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264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02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315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0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9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6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08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870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202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93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861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43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30841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475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14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137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8891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3363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92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0383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436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4676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1369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224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38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121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92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17B102A-DA08-44A6-BBEF-30B900825A6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F415023-2EF4-477C-92E1-80968AFE806A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08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  <p:sldLayoutId id="2147483809" r:id="rId19"/>
    <p:sldLayoutId id="2147483810" r:id="rId20"/>
    <p:sldLayoutId id="2147483811" r:id="rId21"/>
    <p:sldLayoutId id="2147483812" r:id="rId22"/>
    <p:sldLayoutId id="2147483813" r:id="rId23"/>
    <p:sldLayoutId id="2147483814" r:id="rId24"/>
    <p:sldLayoutId id="2147483815" r:id="rId25"/>
    <p:sldLayoutId id="2147483816" r:id="rId26"/>
    <p:sldLayoutId id="214748381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D8EE-5BCF-BD85-3004-C067B5279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71" y="1133214"/>
            <a:ext cx="5742040" cy="182567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– CSS SELECTORS  AND XPATH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A32F9-AADE-360C-3A2A-89BFCBE65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8851" y="4483510"/>
            <a:ext cx="5830530" cy="1638992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Maivizhi R</a:t>
            </a:r>
          </a:p>
        </p:txBody>
      </p:sp>
    </p:spTree>
    <p:extLst>
      <p:ext uri="{BB962C8B-B14F-4D97-AF65-F5344CB8AC3E}">
        <p14:creationId xmlns:p14="http://schemas.microsoft.com/office/powerpoint/2010/main" val="71502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A4E1-B925-48D5-81F7-7AD979CE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8658"/>
            <a:ext cx="9830017" cy="57027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2DC1E-CDDE-35A5-CD74-668250C6D3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796413"/>
            <a:ext cx="11402568" cy="560438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is an open-source automation testing tool.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automate web applications.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browsers like Chrome, Firefox, Edge, and Safari.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programming languages such as Java, Python, C#, and JavaScript.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locators 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cannot interact with elements without locating them.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Locators identify web elements like buttons, text boxes, links, checkboxes, and dropdowns.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71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C30E-3CE1-C475-BC0C-07CFF1AA0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24851" cy="6096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SELENIUM LOCATORS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0B059-FF94-A1BD-6F0E-0B5EFCF5F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492" y="688259"/>
            <a:ext cx="12024850" cy="5978012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Locators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Name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Name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Text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Link Text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Selector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XPath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"Among all these locators, CSS Selector and XPath are the most commonly used because they help identify dynamic web elements."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04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379F-6A44-9097-67A6-09FA86F9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484"/>
            <a:ext cx="11926529" cy="62926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49EB5-7ED1-C2EE-D4F1-42127C4114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550607"/>
            <a:ext cx="11624778" cy="6140244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Selector is a locator that identifies HTML elements using CSS syntax</a:t>
            </a:r>
            <a:r>
              <a:rPr lang="en-IN" dirty="0"/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/>
              <a:t>Faster than XPath.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/>
              <a:t>Easy to write.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/>
              <a:t>Less complex.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/>
              <a:t>Better performance.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[attribute='value']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input[id='username']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"CSS Selector uses HTML attributes to locate elements. It is widely preferred because it executes faster than XPath."</a:t>
            </a:r>
          </a:p>
        </p:txBody>
      </p:sp>
    </p:spTree>
    <p:extLst>
      <p:ext uri="{BB962C8B-B14F-4D97-AF65-F5344CB8AC3E}">
        <p14:creationId xmlns:p14="http://schemas.microsoft.com/office/powerpoint/2010/main" val="191522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1EB4-DDC3-58F1-114C-4F087DBAB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99831" cy="50144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CSS SLECTORS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87D8-EC3C-3230-FC70-54D86A14E4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737419"/>
            <a:ext cx="11965857" cy="5978013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1.By ID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#username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2.By Class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3.By Attribute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input[type='text’]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4.Multiple Attributes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input[type='text'][name='username']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"CSS Selectors can identify elements using IDs, classes, attributes, or combinations of attributes."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11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CDD2-9DF4-BB3B-30E2-1AE661BE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0"/>
            <a:ext cx="11772262" cy="62926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C1223-D16F-5041-AA70-1918E1C3C0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0" y="845573"/>
            <a:ext cx="11772261" cy="575187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XPath stands for XML Path Language.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locate elements in HTML or XML documents.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dynamic elements.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navigate parent and child relationships.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"XPath is useful when CSS Selector cannot uniquely identify an element."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7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4143-6D2B-7B41-080F-F7BDC53E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0" y="0"/>
            <a:ext cx="11752597" cy="77674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XPATH FUNCTIONS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AADA7-7D83-23BD-ECC5-97BC36EE81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914399"/>
            <a:ext cx="11752596" cy="568304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//input[contains(@id,'user')]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starts-with()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//input[starts-with(@id,'user')]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//button[text()='Login']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"XPath functions help identify dynamic elements when their attribute values change."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8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81AC5-3868-4A44-2216-7F1358875A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490" y="78658"/>
            <a:ext cx="11877367" cy="670068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used in Selenium.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breaks if the page structure changes.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"Relative XPath is preferred because it is easier to maintain and less affected by changes in the page layout.“</a:t>
            </a:r>
          </a:p>
        </p:txBody>
      </p:sp>
    </p:spTree>
    <p:extLst>
      <p:ext uri="{BB962C8B-B14F-4D97-AF65-F5344CB8AC3E}">
        <p14:creationId xmlns:p14="http://schemas.microsoft.com/office/powerpoint/2010/main" val="255279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6B6B0F-74D2-AAC3-6AE9-0C8ECE81947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17755" y="983226"/>
            <a:ext cx="1058934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A670-3F54-AC72-FBC8-F071980284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0" y="98323"/>
            <a:ext cx="11664107" cy="648929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Selector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driver.findElement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By.cssSelector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("#username")).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("Admin");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Xpath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driver.findElement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By.xpath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("//input[@id='password']")).sendKeys("admin123");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driver.findElement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By.xpath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("//button[text()='Login']")).click();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Selenium needs locators to identify web elements.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CSS Selector is fast and easy to use.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XPath is flexible and suitable for complex or dynamic elements.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Choosing the right locator improves automation efficiency.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24598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78</TotalTime>
  <Words>516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Nova Light</vt:lpstr>
      <vt:lpstr>Times New Roman</vt:lpstr>
      <vt:lpstr>Wingdings</vt:lpstr>
      <vt:lpstr>Dark Gradient</vt:lpstr>
      <vt:lpstr>SELENIUM – CSS SELECTORS  AND XPATH</vt:lpstr>
      <vt:lpstr>INTRODUCTION</vt:lpstr>
      <vt:lpstr>TYPES OF SELENIUM LOCATORS</vt:lpstr>
      <vt:lpstr>CSS SELECTOR</vt:lpstr>
      <vt:lpstr>TYPES OF CSS SLECTORS</vt:lpstr>
      <vt:lpstr>XPATH</vt:lpstr>
      <vt:lpstr>XPATH FUNCTIONS 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Maivizhi R</dc:creator>
  <cp:lastModifiedBy>Maivizhi R</cp:lastModifiedBy>
  <cp:revision>1</cp:revision>
  <dcterms:created xsi:type="dcterms:W3CDTF">2026-08-07T01:34:27Z</dcterms:created>
  <dcterms:modified xsi:type="dcterms:W3CDTF">2026-08-07T02:53:05Z</dcterms:modified>
</cp:coreProperties>
</file>