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6714"/>
            <a:ext cx="5584190" cy="874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14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LOOPING</a:t>
            </a:r>
            <a:r>
              <a:rPr dirty="0" sz="1800" spc="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STATEMENTS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Definition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1100"/>
              </a:lnSpc>
              <a:spcBef>
                <a:spcPts val="795"/>
              </a:spcBef>
            </a:pPr>
            <a:r>
              <a:rPr dirty="0" sz="1400">
                <a:latin typeface="Times New Roman"/>
                <a:cs typeface="Times New Roman"/>
              </a:rPr>
              <a:t>Looping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statements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execute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code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repeatedly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until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specified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becomes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false.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code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repetition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make </a:t>
            </a:r>
            <a:r>
              <a:rPr dirty="0" sz="1400">
                <a:latin typeface="Times New Roman"/>
                <a:cs typeface="Times New Roman"/>
              </a:rPr>
              <a:t>programs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efficient.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09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repeats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0">
                <a:latin typeface="Times New Roman"/>
                <a:cs typeface="Times New Roman"/>
              </a:rPr>
              <a:t> instructions.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8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repetitive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tasks.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amount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code.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program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readability.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7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makes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program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easier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maintain.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7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Loops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human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error.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20" b="1">
                <a:latin typeface="Times New Roman"/>
                <a:cs typeface="Times New Roman"/>
              </a:rPr>
              <a:t>Types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Looping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Statements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For </a:t>
            </a:r>
            <a:r>
              <a:rPr dirty="0" sz="1400" spc="-20">
                <a:latin typeface="Times New Roman"/>
                <a:cs typeface="Times New Roman"/>
              </a:rPr>
              <a:t>Loop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Loop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469265" algn="l"/>
              </a:tabLst>
            </a:pPr>
            <a:r>
              <a:rPr dirty="0" sz="1400" spc="-10">
                <a:latin typeface="Times New Roman"/>
                <a:cs typeface="Times New Roman"/>
              </a:rPr>
              <a:t>Do-</a:t>
            </a:r>
            <a:r>
              <a:rPr dirty="0" sz="1400">
                <a:latin typeface="Times New Roman"/>
                <a:cs typeface="Times New Roman"/>
              </a:rPr>
              <a:t>While </a:t>
            </a:r>
            <a:r>
              <a:rPr dirty="0" sz="1400" spc="-20">
                <a:latin typeface="Times New Roman"/>
                <a:cs typeface="Times New Roman"/>
              </a:rPr>
              <a:t>Loop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1.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For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Loop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400" spc="-10" b="1">
                <a:latin typeface="Times New Roman"/>
                <a:cs typeface="Times New Roman"/>
              </a:rPr>
              <a:t>Definition</a:t>
            </a:r>
            <a:endParaRPr sz="1400">
              <a:latin typeface="Times New Roman"/>
              <a:cs typeface="Times New Roman"/>
            </a:endParaRPr>
          </a:p>
          <a:p>
            <a:pPr marL="12700" marR="6350">
              <a:lnSpc>
                <a:spcPct val="111200"/>
              </a:lnSpc>
              <a:spcBef>
                <a:spcPts val="79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entry-</a:t>
            </a:r>
            <a:r>
              <a:rPr dirty="0" sz="1400">
                <a:latin typeface="Times New Roman"/>
                <a:cs typeface="Times New Roman"/>
              </a:rPr>
              <a:t>controlled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before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body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executes.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number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iterations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is </a:t>
            </a:r>
            <a:r>
              <a:rPr dirty="0" sz="1400" spc="-10">
                <a:latin typeface="Times New Roman"/>
                <a:cs typeface="Times New Roman"/>
              </a:rPr>
              <a:t>known.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10" b="1">
                <a:latin typeface="Times New Roman"/>
                <a:cs typeface="Times New Roman"/>
              </a:rPr>
              <a:t>Syntax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10">
                <a:latin typeface="Times New Roman"/>
                <a:cs typeface="Times New Roman"/>
              </a:rPr>
              <a:t>for(initialization;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condition;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increment/decrement){</a:t>
            </a:r>
            <a:endParaRPr sz="1400">
              <a:latin typeface="Times New Roman"/>
              <a:cs typeface="Times New Roman"/>
            </a:endParaRPr>
          </a:p>
          <a:p>
            <a:pPr marL="189230">
              <a:lnSpc>
                <a:spcPct val="10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//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statements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65403"/>
            <a:ext cx="5716905" cy="845312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400" spc="-10" b="1"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public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class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ForLoopExample </a:t>
            </a:r>
            <a:r>
              <a:rPr dirty="0"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365760" marR="2755900" indent="-177165">
              <a:lnSpc>
                <a:spcPct val="158600"/>
              </a:lnSpc>
            </a:pPr>
            <a:r>
              <a:rPr dirty="0" sz="1400">
                <a:latin typeface="Times New Roman"/>
                <a:cs typeface="Times New Roman"/>
              </a:rPr>
              <a:t>public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static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void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main(String[]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args)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{ </a:t>
            </a:r>
            <a:r>
              <a:rPr dirty="0" sz="1400">
                <a:latin typeface="Times New Roman"/>
                <a:cs typeface="Times New Roman"/>
              </a:rPr>
              <a:t>for(int i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1;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 &lt;= 5;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i++) </a:t>
            </a:r>
            <a:r>
              <a:rPr dirty="0"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544195">
              <a:lnSpc>
                <a:spcPct val="100000"/>
              </a:lnSpc>
              <a:spcBef>
                <a:spcPts val="985"/>
              </a:spcBef>
            </a:pPr>
            <a:r>
              <a:rPr dirty="0" sz="1400" spc="-10">
                <a:latin typeface="Times New Roman"/>
                <a:cs typeface="Times New Roman"/>
              </a:rPr>
              <a:t>System.out.println(i);</a:t>
            </a:r>
            <a:endParaRPr sz="14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89230">
              <a:lnSpc>
                <a:spcPct val="100000"/>
              </a:lnSpc>
              <a:spcBef>
                <a:spcPts val="980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400" spc="-10" b="1">
                <a:latin typeface="Times New Roman"/>
                <a:cs typeface="Times New Roman"/>
              </a:rPr>
              <a:t>OUTPUT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400" spc="-5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2.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While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Loop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00" spc="-10" b="1">
                <a:latin typeface="Times New Roman"/>
                <a:cs typeface="Times New Roman"/>
              </a:rPr>
              <a:t>Definition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1400"/>
              </a:lnSpc>
              <a:spcBef>
                <a:spcPts val="79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entry-</a:t>
            </a:r>
            <a:r>
              <a:rPr dirty="0" sz="1400">
                <a:latin typeface="Times New Roman"/>
                <a:cs typeface="Times New Roman"/>
              </a:rPr>
              <a:t>controlled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executes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condition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true.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useful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number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iterations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known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advance.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Times New Roman"/>
                <a:cs typeface="Times New Roman"/>
              </a:rPr>
              <a:t>Syntax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10">
                <a:latin typeface="Times New Roman"/>
                <a:cs typeface="Times New Roman"/>
              </a:rPr>
              <a:t>while(condition)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89230">
              <a:lnSpc>
                <a:spcPct val="10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//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statements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65403"/>
            <a:ext cx="5619750" cy="892683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400" spc="-10" b="1"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public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class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WhileLoopExample </a:t>
            </a:r>
            <a:r>
              <a:rPr dirty="0"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365760" marR="2658745" indent="-177165">
              <a:lnSpc>
                <a:spcPct val="158600"/>
              </a:lnSpc>
            </a:pPr>
            <a:r>
              <a:rPr dirty="0" sz="1400">
                <a:latin typeface="Times New Roman"/>
                <a:cs typeface="Times New Roman"/>
              </a:rPr>
              <a:t>public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static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void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main(String[]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args)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{ </a:t>
            </a:r>
            <a:r>
              <a:rPr dirty="0" sz="1400">
                <a:latin typeface="Times New Roman"/>
                <a:cs typeface="Times New Roman"/>
              </a:rPr>
              <a:t>int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 = </a:t>
            </a:r>
            <a:r>
              <a:rPr dirty="0" sz="1400" spc="-25">
                <a:latin typeface="Times New Roman"/>
                <a:cs typeface="Times New Roman"/>
              </a:rPr>
              <a:t>1;</a:t>
            </a:r>
            <a:endParaRPr sz="1400">
              <a:latin typeface="Times New Roman"/>
              <a:cs typeface="Times New Roman"/>
            </a:endParaRPr>
          </a:p>
          <a:p>
            <a:pPr marL="544195" marR="3536315" indent="-177165">
              <a:lnSpc>
                <a:spcPct val="158600"/>
              </a:lnSpc>
            </a:pPr>
            <a:r>
              <a:rPr dirty="0" sz="1400">
                <a:latin typeface="Times New Roman"/>
                <a:cs typeface="Times New Roman"/>
              </a:rPr>
              <a:t>while(i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&lt;=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5)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{ </a:t>
            </a:r>
            <a:r>
              <a:rPr dirty="0" sz="1400" spc="-10">
                <a:latin typeface="Times New Roman"/>
                <a:cs typeface="Times New Roman"/>
              </a:rPr>
              <a:t>System.out.println(i); </a:t>
            </a:r>
            <a:r>
              <a:rPr dirty="0" sz="1400" spc="-20">
                <a:latin typeface="Times New Roman"/>
                <a:cs typeface="Times New Roman"/>
              </a:rPr>
              <a:t>i++;</a:t>
            </a:r>
            <a:endParaRPr sz="14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89230">
              <a:lnSpc>
                <a:spcPct val="100000"/>
              </a:lnSpc>
              <a:spcBef>
                <a:spcPts val="1000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10" b="1">
                <a:latin typeface="Times New Roman"/>
                <a:cs typeface="Times New Roman"/>
              </a:rPr>
              <a:t>OUTPUT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200" spc="-5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5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600" b="1">
                <a:latin typeface="Times New Roman"/>
                <a:cs typeface="Times New Roman"/>
              </a:rPr>
              <a:t>3.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Do-</a:t>
            </a:r>
            <a:r>
              <a:rPr dirty="0" sz="1600" b="1">
                <a:latin typeface="Times New Roman"/>
                <a:cs typeface="Times New Roman"/>
              </a:rPr>
              <a:t>While</a:t>
            </a:r>
            <a:r>
              <a:rPr dirty="0" sz="1600" spc="-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Loop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400" spc="-10" b="1">
                <a:latin typeface="Times New Roman"/>
                <a:cs typeface="Times New Roman"/>
              </a:rPr>
              <a:t>Definition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1400"/>
              </a:lnSpc>
              <a:spcBef>
                <a:spcPts val="79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do-</a:t>
            </a: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exit-</a:t>
            </a:r>
            <a:r>
              <a:rPr dirty="0" sz="1400">
                <a:latin typeface="Times New Roman"/>
                <a:cs typeface="Times New Roman"/>
              </a:rPr>
              <a:t>controlled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loop.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body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executes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first,</a:t>
            </a:r>
            <a:r>
              <a:rPr dirty="0" sz="1400" spc="-25">
                <a:latin typeface="Times New Roman"/>
                <a:cs typeface="Times New Roman"/>
              </a:rPr>
              <a:t> and </a:t>
            </a:r>
            <a:r>
              <a:rPr dirty="0" sz="1400">
                <a:latin typeface="Times New Roman"/>
                <a:cs typeface="Times New Roman"/>
              </a:rPr>
              <a:t>then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checked.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Therefore,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executes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once.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Syntax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25">
                <a:latin typeface="Times New Roman"/>
                <a:cs typeface="Times New Roman"/>
              </a:rPr>
              <a:t>do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89230">
              <a:lnSpc>
                <a:spcPct val="10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//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statements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10">
                <a:latin typeface="Times New Roman"/>
                <a:cs typeface="Times New Roman"/>
              </a:rPr>
              <a:t>while(condition);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03731"/>
            <a:ext cx="2965450" cy="561403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400" spc="-10" b="1"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public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class</a:t>
            </a:r>
            <a:r>
              <a:rPr dirty="0" sz="1400" spc="-10">
                <a:latin typeface="Times New Roman"/>
                <a:cs typeface="Times New Roman"/>
              </a:rPr>
              <a:t> DoWhileExample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365760" marR="5080" indent="-177165">
              <a:lnSpc>
                <a:spcPct val="158600"/>
              </a:lnSpc>
            </a:pPr>
            <a:r>
              <a:rPr dirty="0" sz="1400">
                <a:latin typeface="Times New Roman"/>
                <a:cs typeface="Times New Roman"/>
              </a:rPr>
              <a:t>public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static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void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main(String[]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args)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{ </a:t>
            </a:r>
            <a:r>
              <a:rPr dirty="0" sz="1400">
                <a:latin typeface="Times New Roman"/>
                <a:cs typeface="Times New Roman"/>
              </a:rPr>
              <a:t>int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 = </a:t>
            </a:r>
            <a:r>
              <a:rPr dirty="0" sz="1400" spc="-25">
                <a:latin typeface="Times New Roman"/>
                <a:cs typeface="Times New Roman"/>
              </a:rPr>
              <a:t>1;</a:t>
            </a:r>
            <a:endParaRPr sz="14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985"/>
              </a:spcBef>
            </a:pPr>
            <a:r>
              <a:rPr dirty="0" sz="1400">
                <a:latin typeface="Times New Roman"/>
                <a:cs typeface="Times New Roman"/>
              </a:rPr>
              <a:t>do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544195" marR="882015">
              <a:lnSpc>
                <a:spcPts val="2670"/>
              </a:lnSpc>
              <a:spcBef>
                <a:spcPts val="245"/>
              </a:spcBef>
            </a:pPr>
            <a:r>
              <a:rPr dirty="0" sz="1400" spc="-10">
                <a:latin typeface="Times New Roman"/>
                <a:cs typeface="Times New Roman"/>
              </a:rPr>
              <a:t>System.out.println(i); </a:t>
            </a:r>
            <a:r>
              <a:rPr dirty="0" sz="1400" spc="-20">
                <a:latin typeface="Times New Roman"/>
                <a:cs typeface="Times New Roman"/>
              </a:rPr>
              <a:t>i++;</a:t>
            </a:r>
            <a:endParaRPr sz="14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740"/>
              </a:spcBef>
            </a:pPr>
            <a:r>
              <a:rPr dirty="0" sz="1400">
                <a:latin typeface="Times New Roman"/>
                <a:cs typeface="Times New Roman"/>
              </a:rPr>
              <a:t>}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while(i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&lt;=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5);</a:t>
            </a:r>
            <a:endParaRPr sz="1400">
              <a:latin typeface="Times New Roman"/>
              <a:cs typeface="Times New Roman"/>
            </a:endParaRPr>
          </a:p>
          <a:p>
            <a:pPr marL="18923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400" spc="-5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OUTPUT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200" spc="-5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5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556372"/>
            <a:ext cx="5744845" cy="1561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Conclusion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11100"/>
              </a:lnSpc>
              <a:spcBef>
                <a:spcPts val="844"/>
              </a:spcBef>
            </a:pPr>
            <a:r>
              <a:rPr dirty="0" sz="1400">
                <a:latin typeface="Times New Roman"/>
                <a:cs typeface="Times New Roman"/>
              </a:rPr>
              <a:t>Looping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statements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essential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feature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Java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programming.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make </a:t>
            </a:r>
            <a:r>
              <a:rPr dirty="0" sz="1400">
                <a:latin typeface="Times New Roman"/>
                <a:cs typeface="Times New Roman"/>
              </a:rPr>
              <a:t>programs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repetitive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tasks.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5">
                <a:latin typeface="Times New Roman"/>
                <a:cs typeface="Times New Roman"/>
              </a:rPr>
              <a:t> the </a:t>
            </a:r>
            <a:r>
              <a:rPr dirty="0" sz="1400">
                <a:latin typeface="Times New Roman"/>
                <a:cs typeface="Times New Roman"/>
              </a:rPr>
              <a:t>number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iterations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known,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suitable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number</a:t>
            </a:r>
            <a:r>
              <a:rPr dirty="0" sz="1400" spc="-25">
                <a:latin typeface="Times New Roman"/>
                <a:cs typeface="Times New Roman"/>
              </a:rPr>
              <a:t> of </a:t>
            </a:r>
            <a:r>
              <a:rPr dirty="0" sz="1400">
                <a:latin typeface="Times New Roman"/>
                <a:cs typeface="Times New Roman"/>
              </a:rPr>
              <a:t>iterations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unknown,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do-while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code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execute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once.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Maivizhi R</dc:creator>
  <dcterms:created xsi:type="dcterms:W3CDTF">2026-07-29T06:52:55Z</dcterms:created>
  <dcterms:modified xsi:type="dcterms:W3CDTF">2026-07-29T06:52:55Z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2026-07-29T00:00:00Z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2026-07-29T00:00:00Z</vt:filetime>
  </property>
  <property fmtid="{D5CDD505-2E9C-101B-9397-08002B2CF9AE}" pid="6" name="Producer">
    <vt:lpwstr>Microsoft® Word 2021</vt:lpwstr>
  </property>
</Properties>
</file>